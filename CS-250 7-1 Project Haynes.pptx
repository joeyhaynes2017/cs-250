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91592-0905-424E-8A25-61D931FCA106}" v="29" dt="2026-04-18T21:49:48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y Haynes" userId="e3c153451787e3d0" providerId="LiveId" clId="{6A0FA96B-5D75-4524-8381-DB713BCC9D92}"/>
    <pc:docChg chg="undo custSel addSld modSld sldOrd modMainMaster">
      <pc:chgData name="Joey Haynes" userId="e3c153451787e3d0" providerId="LiveId" clId="{6A0FA96B-5D75-4524-8381-DB713BCC9D92}" dt="2026-04-18T21:49:56.587" v="2758"/>
      <pc:docMkLst>
        <pc:docMk/>
      </pc:docMkLst>
      <pc:sldChg chg="addSp delSp modSp mod setBg addAnim delDesignElem">
        <pc:chgData name="Joey Haynes" userId="e3c153451787e3d0" providerId="LiveId" clId="{6A0FA96B-5D75-4524-8381-DB713BCC9D92}" dt="2026-04-18T21:49:56.587" v="2758"/>
        <pc:sldMkLst>
          <pc:docMk/>
          <pc:sldMk cId="4227052778" sldId="256"/>
        </pc:sldMkLst>
        <pc:spChg chg="mod">
          <ac:chgData name="Joey Haynes" userId="e3c153451787e3d0" providerId="LiveId" clId="{6A0FA96B-5D75-4524-8381-DB713BCC9D92}" dt="2026-04-18T21:49:56.579" v="2756" actId="26606"/>
          <ac:spMkLst>
            <pc:docMk/>
            <pc:sldMk cId="4227052778" sldId="256"/>
            <ac:spMk id="2" creationId="{2C6AD155-1839-8024-F1EC-00ADCD9AFE25}"/>
          </ac:spMkLst>
        </pc:spChg>
        <pc:spChg chg="mod">
          <ac:chgData name="Joey Haynes" userId="e3c153451787e3d0" providerId="LiveId" clId="{6A0FA96B-5D75-4524-8381-DB713BCC9D92}" dt="2026-04-18T21:49:56.579" v="2756" actId="26606"/>
          <ac:spMkLst>
            <pc:docMk/>
            <pc:sldMk cId="4227052778" sldId="256"/>
            <ac:spMk id="3" creationId="{EC47D99B-1D44-B129-5B77-D2638A563ED9}"/>
          </ac:spMkLst>
        </pc:spChg>
        <pc:spChg chg="add">
          <ac:chgData name="Joey Haynes" userId="e3c153451787e3d0" providerId="LiveId" clId="{6A0FA96B-5D75-4524-8381-DB713BCC9D92}" dt="2026-04-18T21:49:56.579" v="2756" actId="26606"/>
          <ac:spMkLst>
            <pc:docMk/>
            <pc:sldMk cId="4227052778" sldId="256"/>
            <ac:spMk id="9" creationId="{17C35B5F-59FB-4E4A-A4E6-85CC504D7918}"/>
          </ac:spMkLst>
        </pc:spChg>
        <pc:spChg chg="add del">
          <ac:chgData name="Joey Haynes" userId="e3c153451787e3d0" providerId="LiveId" clId="{6A0FA96B-5D75-4524-8381-DB713BCC9D92}" dt="2026-04-18T21:44:36.939" v="2730"/>
          <ac:spMkLst>
            <pc:docMk/>
            <pc:sldMk cId="4227052778" sldId="256"/>
            <ac:spMk id="36" creationId="{E2748806-3AF5-4078-830A-C1F26BF1B200}"/>
          </ac:spMkLst>
        </pc:spChg>
        <pc:spChg chg="add del">
          <ac:chgData name="Joey Haynes" userId="e3c153451787e3d0" providerId="LiveId" clId="{6A0FA96B-5D75-4524-8381-DB713BCC9D92}" dt="2026-04-18T21:44:36.939" v="2730"/>
          <ac:spMkLst>
            <pc:docMk/>
            <pc:sldMk cId="4227052778" sldId="256"/>
            <ac:spMk id="37" creationId="{34FBEBF3-C941-4CB0-8AC2-3B50E1371BBF}"/>
          </ac:spMkLst>
        </pc:spChg>
        <pc:grpChg chg="add">
          <ac:chgData name="Joey Haynes" userId="e3c153451787e3d0" providerId="LiveId" clId="{6A0FA96B-5D75-4524-8381-DB713BCC9D92}" dt="2026-04-18T21:49:56.579" v="2756" actId="26606"/>
          <ac:grpSpMkLst>
            <pc:docMk/>
            <pc:sldMk cId="4227052778" sldId="256"/>
            <ac:grpSpMk id="11" creationId="{266203B4-6411-4E9D-AAC1-D798EF7311A2}"/>
          </ac:grpSpMkLst>
        </pc:grpChg>
        <pc:picChg chg="add del mod">
          <ac:chgData name="Joey Haynes" userId="e3c153451787e3d0" providerId="LiveId" clId="{6A0FA96B-5D75-4524-8381-DB713BCC9D92}" dt="2026-04-18T21:45:49.022" v="2750" actId="478"/>
          <ac:picMkLst>
            <pc:docMk/>
            <pc:sldMk cId="4227052778" sldId="256"/>
            <ac:picMk id="4" creationId="{304D792B-9312-9167-C173-4075C01FE1D5}"/>
          </ac:picMkLst>
        </pc:picChg>
        <pc:picChg chg="add">
          <ac:chgData name="Joey Haynes" userId="e3c153451787e3d0" providerId="LiveId" clId="{6A0FA96B-5D75-4524-8381-DB713BCC9D92}" dt="2026-04-18T21:49:56.579" v="2756" actId="26606"/>
          <ac:picMkLst>
            <pc:docMk/>
            <pc:sldMk cId="4227052778" sldId="256"/>
            <ac:picMk id="5" creationId="{D242E403-4396-FA09-EE7A-097E2E93C5B4}"/>
          </ac:picMkLst>
        </pc:picChg>
      </pc:sldChg>
      <pc:sldChg chg="modSp setBg">
        <pc:chgData name="Joey Haynes" userId="e3c153451787e3d0" providerId="LiveId" clId="{6A0FA96B-5D75-4524-8381-DB713BCC9D92}" dt="2026-04-18T21:49:48.979" v="2755"/>
        <pc:sldMkLst>
          <pc:docMk/>
          <pc:sldMk cId="1587090145" sldId="257"/>
        </pc:sldMkLst>
        <pc:spChg chg="mod">
          <ac:chgData name="Joey Haynes" userId="e3c153451787e3d0" providerId="LiveId" clId="{6A0FA96B-5D75-4524-8381-DB713BCC9D92}" dt="2026-04-18T21:49:48.979" v="2755"/>
          <ac:spMkLst>
            <pc:docMk/>
            <pc:sldMk cId="1587090145" sldId="257"/>
            <ac:spMk id="2" creationId="{883AD77E-913E-5E32-9529-E32C0B535FBE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1587090145" sldId="257"/>
            <ac:spMk id="3" creationId="{F0B5982A-111E-05EE-C338-8A38DA831B39}"/>
          </ac:spMkLst>
        </pc:spChg>
      </pc:sldChg>
      <pc:sldChg chg="modSp mod">
        <pc:chgData name="Joey Haynes" userId="e3c153451787e3d0" providerId="LiveId" clId="{6A0FA96B-5D75-4524-8381-DB713BCC9D92}" dt="2026-04-18T21:49:48.979" v="2755"/>
        <pc:sldMkLst>
          <pc:docMk/>
          <pc:sldMk cId="2379543984" sldId="258"/>
        </pc:sldMkLst>
        <pc:spChg chg="mod">
          <ac:chgData name="Joey Haynes" userId="e3c153451787e3d0" providerId="LiveId" clId="{6A0FA96B-5D75-4524-8381-DB713BCC9D92}" dt="2026-04-18T21:49:48.979" v="2755"/>
          <ac:spMkLst>
            <pc:docMk/>
            <pc:sldMk cId="2379543984" sldId="258"/>
            <ac:spMk id="2" creationId="{AD7B95FB-1CFA-06AA-B696-6BD94479C173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2379543984" sldId="258"/>
            <ac:spMk id="4" creationId="{60E23E2F-EB21-5F1C-B50E-C407907EFE34}"/>
          </ac:spMkLst>
        </pc:spChg>
        <pc:spChg chg="mod">
          <ac:chgData name="Joey Haynes" userId="e3c153451787e3d0" providerId="LiveId" clId="{6A0FA96B-5D75-4524-8381-DB713BCC9D92}" dt="2026-04-18T21:46:45.044" v="2752" actId="1076"/>
          <ac:spMkLst>
            <pc:docMk/>
            <pc:sldMk cId="2379543984" sldId="258"/>
            <ac:spMk id="5" creationId="{965CA53E-D411-EACC-7C49-69FA0C81B670}"/>
          </ac:spMkLst>
        </pc:spChg>
      </pc:sldChg>
      <pc:sldChg chg="modSp">
        <pc:chgData name="Joey Haynes" userId="e3c153451787e3d0" providerId="LiveId" clId="{6A0FA96B-5D75-4524-8381-DB713BCC9D92}" dt="2026-04-18T21:49:48.979" v="2755"/>
        <pc:sldMkLst>
          <pc:docMk/>
          <pc:sldMk cId="3652779652" sldId="259"/>
        </pc:sldMkLst>
        <pc:spChg chg="mod">
          <ac:chgData name="Joey Haynes" userId="e3c153451787e3d0" providerId="LiveId" clId="{6A0FA96B-5D75-4524-8381-DB713BCC9D92}" dt="2026-04-18T21:49:48.979" v="2755"/>
          <ac:spMkLst>
            <pc:docMk/>
            <pc:sldMk cId="3652779652" sldId="259"/>
            <ac:spMk id="2" creationId="{D8E02948-A50A-7DB5-79C5-21DA02EB1E3A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3652779652" sldId="259"/>
            <ac:spMk id="4" creationId="{424BFC41-290B-7053-0378-1577FC3D5D00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3652779652" sldId="259"/>
            <ac:spMk id="5" creationId="{9E6CD4F9-78FE-8D95-584D-48A139AC836E}"/>
          </ac:spMkLst>
        </pc:spChg>
      </pc:sldChg>
      <pc:sldChg chg="modSp">
        <pc:chgData name="Joey Haynes" userId="e3c153451787e3d0" providerId="LiveId" clId="{6A0FA96B-5D75-4524-8381-DB713BCC9D92}" dt="2026-04-18T21:49:48.979" v="2755"/>
        <pc:sldMkLst>
          <pc:docMk/>
          <pc:sldMk cId="187079839" sldId="260"/>
        </pc:sldMkLst>
        <pc:spChg chg="mod">
          <ac:chgData name="Joey Haynes" userId="e3c153451787e3d0" providerId="LiveId" clId="{6A0FA96B-5D75-4524-8381-DB713BCC9D92}" dt="2026-04-18T21:49:48.979" v="2755"/>
          <ac:spMkLst>
            <pc:docMk/>
            <pc:sldMk cId="187079839" sldId="260"/>
            <ac:spMk id="2" creationId="{104299A4-072A-4434-14EB-643D13BF7D20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187079839" sldId="260"/>
            <ac:spMk id="3" creationId="{BC0FEE5F-6368-058F-52F5-22F868668636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187079839" sldId="260"/>
            <ac:spMk id="4" creationId="{BEE4B177-BBAA-9712-16B7-818409A7D37E}"/>
          </ac:spMkLst>
        </pc:spChg>
      </pc:sldChg>
      <pc:sldChg chg="modSp">
        <pc:chgData name="Joey Haynes" userId="e3c153451787e3d0" providerId="LiveId" clId="{6A0FA96B-5D75-4524-8381-DB713BCC9D92}" dt="2026-04-18T21:49:48.979" v="2755"/>
        <pc:sldMkLst>
          <pc:docMk/>
          <pc:sldMk cId="2695249438" sldId="261"/>
        </pc:sldMkLst>
        <pc:spChg chg="mod">
          <ac:chgData name="Joey Haynes" userId="e3c153451787e3d0" providerId="LiveId" clId="{6A0FA96B-5D75-4524-8381-DB713BCC9D92}" dt="2026-04-18T21:49:48.979" v="2755"/>
          <ac:spMkLst>
            <pc:docMk/>
            <pc:sldMk cId="2695249438" sldId="261"/>
            <ac:spMk id="2" creationId="{1AB8A261-22FE-797B-8283-9D1A2B4AC63D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2695249438" sldId="261"/>
            <ac:spMk id="3" creationId="{500EECD8-D845-EA4E-1288-358862E55A71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2695249438" sldId="261"/>
            <ac:spMk id="4" creationId="{087EE17C-0B13-3594-4A9B-AC24958CD3B1}"/>
          </ac:spMkLst>
        </pc:spChg>
      </pc:sldChg>
      <pc:sldChg chg="modSp">
        <pc:chgData name="Joey Haynes" userId="e3c153451787e3d0" providerId="LiveId" clId="{6A0FA96B-5D75-4524-8381-DB713BCC9D92}" dt="2026-04-18T21:49:48.979" v="2755"/>
        <pc:sldMkLst>
          <pc:docMk/>
          <pc:sldMk cId="3148021576" sldId="262"/>
        </pc:sldMkLst>
        <pc:spChg chg="mod">
          <ac:chgData name="Joey Haynes" userId="e3c153451787e3d0" providerId="LiveId" clId="{6A0FA96B-5D75-4524-8381-DB713BCC9D92}" dt="2026-04-18T21:49:48.979" v="2755"/>
          <ac:spMkLst>
            <pc:docMk/>
            <pc:sldMk cId="3148021576" sldId="262"/>
            <ac:spMk id="5" creationId="{65D6C9CE-5C89-A252-282D-ED7F2A215063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3148021576" sldId="262"/>
            <ac:spMk id="6" creationId="{63C97772-58BD-25AE-05F3-245DA87D96FB}"/>
          </ac:spMkLst>
        </pc:spChg>
      </pc:sldChg>
      <pc:sldChg chg="modSp">
        <pc:chgData name="Joey Haynes" userId="e3c153451787e3d0" providerId="LiveId" clId="{6A0FA96B-5D75-4524-8381-DB713BCC9D92}" dt="2026-04-18T21:49:48.979" v="2755"/>
        <pc:sldMkLst>
          <pc:docMk/>
          <pc:sldMk cId="2016088385" sldId="263"/>
        </pc:sldMkLst>
        <pc:spChg chg="mod">
          <ac:chgData name="Joey Haynes" userId="e3c153451787e3d0" providerId="LiveId" clId="{6A0FA96B-5D75-4524-8381-DB713BCC9D92}" dt="2026-04-18T21:49:48.979" v="2755"/>
          <ac:spMkLst>
            <pc:docMk/>
            <pc:sldMk cId="2016088385" sldId="263"/>
            <ac:spMk id="2" creationId="{BFF2584B-02D1-8500-1080-3D552BB32EA2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2016088385" sldId="263"/>
            <ac:spMk id="3" creationId="{3C974211-DF25-1C86-BE56-63F5D1CA8563}"/>
          </ac:spMkLst>
        </pc:spChg>
      </pc:sldChg>
      <pc:sldChg chg="modSp mod">
        <pc:chgData name="Joey Haynes" userId="e3c153451787e3d0" providerId="LiveId" clId="{6A0FA96B-5D75-4524-8381-DB713BCC9D92}" dt="2026-04-18T21:49:48.979" v="2755"/>
        <pc:sldMkLst>
          <pc:docMk/>
          <pc:sldMk cId="3547276356" sldId="264"/>
        </pc:sldMkLst>
        <pc:spChg chg="mod">
          <ac:chgData name="Joey Haynes" userId="e3c153451787e3d0" providerId="LiveId" clId="{6A0FA96B-5D75-4524-8381-DB713BCC9D92}" dt="2026-04-18T21:49:48.979" v="2755"/>
          <ac:spMkLst>
            <pc:docMk/>
            <pc:sldMk cId="3547276356" sldId="264"/>
            <ac:spMk id="2" creationId="{F75F8913-0520-E422-9C16-F4FF463AB81A}"/>
          </ac:spMkLst>
        </pc:spChg>
        <pc:picChg chg="mod">
          <ac:chgData name="Joey Haynes" userId="e3c153451787e3d0" providerId="LiveId" clId="{6A0FA96B-5D75-4524-8381-DB713BCC9D92}" dt="2026-04-18T21:47:07.677" v="2753" actId="1076"/>
          <ac:picMkLst>
            <pc:docMk/>
            <pc:sldMk cId="3547276356" sldId="264"/>
            <ac:picMk id="5" creationId="{66E16D6F-7872-7B6C-7621-D12409C27873}"/>
          </ac:picMkLst>
        </pc:picChg>
      </pc:sldChg>
      <pc:sldChg chg="modSp new mod">
        <pc:chgData name="Joey Haynes" userId="e3c153451787e3d0" providerId="LiveId" clId="{6A0FA96B-5D75-4524-8381-DB713BCC9D92}" dt="2026-04-18T21:49:48.979" v="2755"/>
        <pc:sldMkLst>
          <pc:docMk/>
          <pc:sldMk cId="1374613212" sldId="265"/>
        </pc:sldMkLst>
        <pc:spChg chg="mod">
          <ac:chgData name="Joey Haynes" userId="e3c153451787e3d0" providerId="LiveId" clId="{6A0FA96B-5D75-4524-8381-DB713BCC9D92}" dt="2026-04-18T21:49:48.979" v="2755"/>
          <ac:spMkLst>
            <pc:docMk/>
            <pc:sldMk cId="1374613212" sldId="265"/>
            <ac:spMk id="2" creationId="{8A0BB3AE-D4AE-BEAB-ED56-7EAA918CB43A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1374613212" sldId="265"/>
            <ac:spMk id="3" creationId="{220D3419-A394-7A3B-430D-A3A1080CD72D}"/>
          </ac:spMkLst>
        </pc:spChg>
      </pc:sldChg>
      <pc:sldChg chg="addSp delSp modSp new mod modClrScheme chgLayout">
        <pc:chgData name="Joey Haynes" userId="e3c153451787e3d0" providerId="LiveId" clId="{6A0FA96B-5D75-4524-8381-DB713BCC9D92}" dt="2026-04-18T21:49:48.979" v="2755"/>
        <pc:sldMkLst>
          <pc:docMk/>
          <pc:sldMk cId="2243704778" sldId="266"/>
        </pc:sldMkLst>
        <pc:spChg chg="mod ord">
          <ac:chgData name="Joey Haynes" userId="e3c153451787e3d0" providerId="LiveId" clId="{6A0FA96B-5D75-4524-8381-DB713BCC9D92}" dt="2026-04-18T21:49:48.979" v="2755"/>
          <ac:spMkLst>
            <pc:docMk/>
            <pc:sldMk cId="2243704778" sldId="266"/>
            <ac:spMk id="2" creationId="{4D82410C-DCBF-0623-EBD8-6A79931B3D23}"/>
          </ac:spMkLst>
        </pc:spChg>
        <pc:spChg chg="del mod ord">
          <ac:chgData name="Joey Haynes" userId="e3c153451787e3d0" providerId="LiveId" clId="{6A0FA96B-5D75-4524-8381-DB713BCC9D92}" dt="2026-04-17T15:42:21.769" v="1201" actId="700"/>
          <ac:spMkLst>
            <pc:docMk/>
            <pc:sldMk cId="2243704778" sldId="266"/>
            <ac:spMk id="3" creationId="{DE1337C2-8000-B90B-8E4F-A1917A0C71E5}"/>
          </ac:spMkLst>
        </pc:spChg>
        <pc:spChg chg="add mod ord">
          <ac:chgData name="Joey Haynes" userId="e3c153451787e3d0" providerId="LiveId" clId="{6A0FA96B-5D75-4524-8381-DB713BCC9D92}" dt="2026-04-18T21:49:48.979" v="2755"/>
          <ac:spMkLst>
            <pc:docMk/>
            <pc:sldMk cId="2243704778" sldId="266"/>
            <ac:spMk id="4" creationId="{9672B302-C537-FA3D-D920-2F2E00915C2F}"/>
          </ac:spMkLst>
        </pc:spChg>
        <pc:spChg chg="add mod ord">
          <ac:chgData name="Joey Haynes" userId="e3c153451787e3d0" providerId="LiveId" clId="{6A0FA96B-5D75-4524-8381-DB713BCC9D92}" dt="2026-04-18T21:49:48.979" v="2755"/>
          <ac:spMkLst>
            <pc:docMk/>
            <pc:sldMk cId="2243704778" sldId="266"/>
            <ac:spMk id="5" creationId="{6BF76C20-00B4-5EE1-7870-9C4D114BB044}"/>
          </ac:spMkLst>
        </pc:spChg>
      </pc:sldChg>
      <pc:sldChg chg="addSp delSp modSp new mod ord setBg delDesignElem chgLayout">
        <pc:chgData name="Joey Haynes" userId="e3c153451787e3d0" providerId="LiveId" clId="{6A0FA96B-5D75-4524-8381-DB713BCC9D92}" dt="2026-04-18T21:49:48.979" v="2755"/>
        <pc:sldMkLst>
          <pc:docMk/>
          <pc:sldMk cId="1347835799" sldId="267"/>
        </pc:sldMkLst>
        <pc:spChg chg="mod ord">
          <ac:chgData name="Joey Haynes" userId="e3c153451787e3d0" providerId="LiveId" clId="{6A0FA96B-5D75-4524-8381-DB713BCC9D92}" dt="2026-04-18T21:49:48.979" v="2755"/>
          <ac:spMkLst>
            <pc:docMk/>
            <pc:sldMk cId="1347835799" sldId="267"/>
            <ac:spMk id="2" creationId="{CA5502E3-511C-5029-DBE9-7753951AEE37}"/>
          </ac:spMkLst>
        </pc:spChg>
        <pc:spChg chg="mod ord">
          <ac:chgData name="Joey Haynes" userId="e3c153451787e3d0" providerId="LiveId" clId="{6A0FA96B-5D75-4524-8381-DB713BCC9D92}" dt="2026-04-18T21:49:48.979" v="2755"/>
          <ac:spMkLst>
            <pc:docMk/>
            <pc:sldMk cId="1347835799" sldId="267"/>
            <ac:spMk id="3" creationId="{5C310DD6-527F-E213-F679-860C243206D6}"/>
          </ac:spMkLst>
        </pc:spChg>
        <pc:spChg chg="add del">
          <ac:chgData name="Joey Haynes" userId="e3c153451787e3d0" providerId="LiveId" clId="{6A0FA96B-5D75-4524-8381-DB713BCC9D92}" dt="2026-04-17T15:54:09.428" v="2655" actId="26606"/>
          <ac:spMkLst>
            <pc:docMk/>
            <pc:sldMk cId="1347835799" sldId="267"/>
            <ac:spMk id="1031" creationId="{CF10C978-51B5-420C-9A05-C8F194EACAC3}"/>
          </ac:spMkLst>
        </pc:spChg>
        <pc:spChg chg="add del">
          <ac:chgData name="Joey Haynes" userId="e3c153451787e3d0" providerId="LiveId" clId="{6A0FA96B-5D75-4524-8381-DB713BCC9D92}" dt="2026-04-17T15:54:09.428" v="2655" actId="26606"/>
          <ac:spMkLst>
            <pc:docMk/>
            <pc:sldMk cId="1347835799" sldId="267"/>
            <ac:spMk id="1033" creationId="{28D34D1C-4E49-4D32-96F1-E49CEBBF86E0}"/>
          </ac:spMkLst>
        </pc:spChg>
        <pc:spChg chg="add del">
          <ac:chgData name="Joey Haynes" userId="e3c153451787e3d0" providerId="LiveId" clId="{6A0FA96B-5D75-4524-8381-DB713BCC9D92}" dt="2026-04-17T15:54:10.611" v="2657" actId="26606"/>
          <ac:spMkLst>
            <pc:docMk/>
            <pc:sldMk cId="1347835799" sldId="267"/>
            <ac:spMk id="1043" creationId="{059AD101-BC08-433A-AD99-409B66C2D2A7}"/>
          </ac:spMkLst>
        </pc:spChg>
        <pc:spChg chg="add del">
          <ac:chgData name="Joey Haynes" userId="e3c153451787e3d0" providerId="LiveId" clId="{6A0FA96B-5D75-4524-8381-DB713BCC9D92}" dt="2026-04-17T15:54:10.611" v="2657" actId="26606"/>
          <ac:spMkLst>
            <pc:docMk/>
            <pc:sldMk cId="1347835799" sldId="267"/>
            <ac:spMk id="1044" creationId="{3E788242-4E16-4277-AC99-8601B722B507}"/>
          </ac:spMkLst>
        </pc:spChg>
        <pc:spChg chg="add del">
          <ac:chgData name="Joey Haynes" userId="e3c153451787e3d0" providerId="LiveId" clId="{6A0FA96B-5D75-4524-8381-DB713BCC9D92}" dt="2026-04-17T15:54:12.394" v="2659" actId="26606"/>
          <ac:spMkLst>
            <pc:docMk/>
            <pc:sldMk cId="1347835799" sldId="267"/>
            <ac:spMk id="1047" creationId="{CF10C978-51B5-420C-9A05-C8F194EACAC3}"/>
          </ac:spMkLst>
        </pc:spChg>
        <pc:spChg chg="add del">
          <ac:chgData name="Joey Haynes" userId="e3c153451787e3d0" providerId="LiveId" clId="{6A0FA96B-5D75-4524-8381-DB713BCC9D92}" dt="2026-04-17T15:54:12.394" v="2659" actId="26606"/>
          <ac:spMkLst>
            <pc:docMk/>
            <pc:sldMk cId="1347835799" sldId="267"/>
            <ac:spMk id="1048" creationId="{28D34D1C-4E49-4D32-96F1-E49CEBBF86E0}"/>
          </ac:spMkLst>
        </pc:spChg>
        <pc:spChg chg="add del">
          <ac:chgData name="Joey Haynes" userId="e3c153451787e3d0" providerId="LiveId" clId="{6A0FA96B-5D75-4524-8381-DB713BCC9D92}" dt="2026-04-17T15:54:14.206" v="2661" actId="26606"/>
          <ac:spMkLst>
            <pc:docMk/>
            <pc:sldMk cId="1347835799" sldId="267"/>
            <ac:spMk id="1052" creationId="{059AD101-BC08-433A-AD99-409B66C2D2A7}"/>
          </ac:spMkLst>
        </pc:spChg>
        <pc:spChg chg="add del">
          <ac:chgData name="Joey Haynes" userId="e3c153451787e3d0" providerId="LiveId" clId="{6A0FA96B-5D75-4524-8381-DB713BCC9D92}" dt="2026-04-17T15:54:14.206" v="2661" actId="26606"/>
          <ac:spMkLst>
            <pc:docMk/>
            <pc:sldMk cId="1347835799" sldId="267"/>
            <ac:spMk id="1053" creationId="{3E788242-4E16-4277-AC99-8601B722B507}"/>
          </ac:spMkLst>
        </pc:spChg>
        <pc:spChg chg="add del">
          <ac:chgData name="Joey Haynes" userId="e3c153451787e3d0" providerId="LiveId" clId="{6A0FA96B-5D75-4524-8381-DB713BCC9D92}" dt="2026-04-18T21:44:36.939" v="2730"/>
          <ac:spMkLst>
            <pc:docMk/>
            <pc:sldMk cId="1347835799" sldId="267"/>
            <ac:spMk id="1056" creationId="{CF10C978-51B5-420C-9A05-C8F194EACAC3}"/>
          </ac:spMkLst>
        </pc:spChg>
        <pc:spChg chg="add del">
          <ac:chgData name="Joey Haynes" userId="e3c153451787e3d0" providerId="LiveId" clId="{6A0FA96B-5D75-4524-8381-DB713BCC9D92}" dt="2026-04-18T21:44:36.939" v="2730"/>
          <ac:spMkLst>
            <pc:docMk/>
            <pc:sldMk cId="1347835799" sldId="267"/>
            <ac:spMk id="1057" creationId="{28D34D1C-4E49-4D32-96F1-E49CEBBF86E0}"/>
          </ac:spMkLst>
        </pc:spChg>
        <pc:grpChg chg="add del">
          <ac:chgData name="Joey Haynes" userId="e3c153451787e3d0" providerId="LiveId" clId="{6A0FA96B-5D75-4524-8381-DB713BCC9D92}" dt="2026-04-17T15:54:09.428" v="2655" actId="26606"/>
          <ac:grpSpMkLst>
            <pc:docMk/>
            <pc:sldMk cId="1347835799" sldId="267"/>
            <ac:grpSpMk id="1035" creationId="{6EDBC9C2-2A39-44A2-9D95-D1DE9E2B127D}"/>
          </ac:grpSpMkLst>
        </pc:grpChg>
        <pc:grpChg chg="add del">
          <ac:chgData name="Joey Haynes" userId="e3c153451787e3d0" providerId="LiveId" clId="{6A0FA96B-5D75-4524-8381-DB713BCC9D92}" dt="2026-04-17T15:54:10.611" v="2657" actId="26606"/>
          <ac:grpSpMkLst>
            <pc:docMk/>
            <pc:sldMk cId="1347835799" sldId="267"/>
            <ac:grpSpMk id="1045" creationId="{87CB8D36-9DE0-44D4-B67A-16D4F212136D}"/>
          </ac:grpSpMkLst>
        </pc:grpChg>
        <pc:grpChg chg="add del">
          <ac:chgData name="Joey Haynes" userId="e3c153451787e3d0" providerId="LiveId" clId="{6A0FA96B-5D75-4524-8381-DB713BCC9D92}" dt="2026-04-17T15:54:12.394" v="2659" actId="26606"/>
          <ac:grpSpMkLst>
            <pc:docMk/>
            <pc:sldMk cId="1347835799" sldId="267"/>
            <ac:grpSpMk id="1049" creationId="{6EDBC9C2-2A39-44A2-9D95-D1DE9E2B127D}"/>
          </ac:grpSpMkLst>
        </pc:grpChg>
        <pc:grpChg chg="add del">
          <ac:chgData name="Joey Haynes" userId="e3c153451787e3d0" providerId="LiveId" clId="{6A0FA96B-5D75-4524-8381-DB713BCC9D92}" dt="2026-04-17T15:54:14.206" v="2661" actId="26606"/>
          <ac:grpSpMkLst>
            <pc:docMk/>
            <pc:sldMk cId="1347835799" sldId="267"/>
            <ac:grpSpMk id="1054" creationId="{87CB8D36-9DE0-44D4-B67A-16D4F212136D}"/>
          </ac:grpSpMkLst>
        </pc:grpChg>
        <pc:grpChg chg="add del">
          <ac:chgData name="Joey Haynes" userId="e3c153451787e3d0" providerId="LiveId" clId="{6A0FA96B-5D75-4524-8381-DB713BCC9D92}" dt="2026-04-18T21:44:36.939" v="2730"/>
          <ac:grpSpMkLst>
            <pc:docMk/>
            <pc:sldMk cId="1347835799" sldId="267"/>
            <ac:grpSpMk id="1058" creationId="{6EDBC9C2-2A39-44A2-9D95-D1DE9E2B127D}"/>
          </ac:grpSpMkLst>
        </pc:grpChg>
        <pc:picChg chg="add mod">
          <ac:chgData name="Joey Haynes" userId="e3c153451787e3d0" providerId="LiveId" clId="{6A0FA96B-5D75-4524-8381-DB713BCC9D92}" dt="2026-04-17T15:54:14.212" v="2662" actId="26606"/>
          <ac:picMkLst>
            <pc:docMk/>
            <pc:sldMk cId="1347835799" sldId="267"/>
            <ac:picMk id="1026" creationId="{92CEB74A-7E35-40E6-B1E4-3917FC7F3F73}"/>
          </ac:picMkLst>
        </pc:picChg>
        <pc:cxnChg chg="add del">
          <ac:chgData name="Joey Haynes" userId="e3c153451787e3d0" providerId="LiveId" clId="{6A0FA96B-5D75-4524-8381-DB713BCC9D92}" dt="2026-04-17T15:54:09.428" v="2655" actId="26606"/>
          <ac:cxnSpMkLst>
            <pc:docMk/>
            <pc:sldMk cId="1347835799" sldId="267"/>
            <ac:cxnSpMk id="1041" creationId="{E32B0B7D-C67A-4103-B2F0-ACE40BD56D02}"/>
          </ac:cxnSpMkLst>
        </pc:cxnChg>
        <pc:cxnChg chg="add del">
          <ac:chgData name="Joey Haynes" userId="e3c153451787e3d0" providerId="LiveId" clId="{6A0FA96B-5D75-4524-8381-DB713BCC9D92}" dt="2026-04-17T15:54:12.394" v="2659" actId="26606"/>
          <ac:cxnSpMkLst>
            <pc:docMk/>
            <pc:sldMk cId="1347835799" sldId="267"/>
            <ac:cxnSpMk id="1050" creationId="{E32B0B7D-C67A-4103-B2F0-ACE40BD56D02}"/>
          </ac:cxnSpMkLst>
        </pc:cxnChg>
        <pc:cxnChg chg="add del">
          <ac:chgData name="Joey Haynes" userId="e3c153451787e3d0" providerId="LiveId" clId="{6A0FA96B-5D75-4524-8381-DB713BCC9D92}" dt="2026-04-18T21:44:36.939" v="2730"/>
          <ac:cxnSpMkLst>
            <pc:docMk/>
            <pc:sldMk cId="1347835799" sldId="267"/>
            <ac:cxnSpMk id="1059" creationId="{E32B0B7D-C67A-4103-B2F0-ACE40BD56D02}"/>
          </ac:cxnSpMkLst>
        </pc:cxnChg>
      </pc:sldChg>
      <pc:sldChg chg="modSp new mod">
        <pc:chgData name="Joey Haynes" userId="e3c153451787e3d0" providerId="LiveId" clId="{6A0FA96B-5D75-4524-8381-DB713BCC9D92}" dt="2026-04-18T21:49:48.979" v="2755"/>
        <pc:sldMkLst>
          <pc:docMk/>
          <pc:sldMk cId="1837967677" sldId="268"/>
        </pc:sldMkLst>
        <pc:spChg chg="mod">
          <ac:chgData name="Joey Haynes" userId="e3c153451787e3d0" providerId="LiveId" clId="{6A0FA96B-5D75-4524-8381-DB713BCC9D92}" dt="2026-04-18T21:49:48.979" v="2755"/>
          <ac:spMkLst>
            <pc:docMk/>
            <pc:sldMk cId="1837967677" sldId="268"/>
            <ac:spMk id="2" creationId="{B982C629-BAF7-A0AC-D035-9A873445DDEE}"/>
          </ac:spMkLst>
        </pc:spChg>
        <pc:spChg chg="mod">
          <ac:chgData name="Joey Haynes" userId="e3c153451787e3d0" providerId="LiveId" clId="{6A0FA96B-5D75-4524-8381-DB713BCC9D92}" dt="2026-04-18T21:49:48.979" v="2755"/>
          <ac:spMkLst>
            <pc:docMk/>
            <pc:sldMk cId="1837967677" sldId="268"/>
            <ac:spMk id="3" creationId="{9129582F-A1DB-964F-6579-DE36B2505A36}"/>
          </ac:spMkLst>
        </pc:spChg>
      </pc:sldChg>
      <pc:sldMasterChg chg="setBg modSldLayout">
        <pc:chgData name="Joey Haynes" userId="e3c153451787e3d0" providerId="LiveId" clId="{6A0FA96B-5D75-4524-8381-DB713BCC9D92}" dt="2026-04-18T15:35:59.972" v="2699"/>
        <pc:sldMasterMkLst>
          <pc:docMk/>
          <pc:sldMasterMk cId="1691790546" sldId="2147483737"/>
        </pc:sldMasterMkLst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882857498" sldId="2147483726"/>
          </pc:sldLayoutMkLst>
        </pc:sldLayoutChg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1807486540" sldId="2147483727"/>
          </pc:sldLayoutMkLst>
        </pc:sldLayoutChg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2619967358" sldId="2147483728"/>
          </pc:sldLayoutMkLst>
        </pc:sldLayoutChg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1809676791" sldId="2147483729"/>
          </pc:sldLayoutMkLst>
        </pc:sldLayoutChg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1205083036" sldId="2147483730"/>
          </pc:sldLayoutMkLst>
        </pc:sldLayoutChg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2998964394" sldId="2147483731"/>
          </pc:sldLayoutMkLst>
        </pc:sldLayoutChg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3182293110" sldId="2147483732"/>
          </pc:sldLayoutMkLst>
        </pc:sldLayoutChg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1378310443" sldId="2147483733"/>
          </pc:sldLayoutMkLst>
        </pc:sldLayoutChg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3821717784" sldId="2147483734"/>
          </pc:sldLayoutMkLst>
        </pc:sldLayoutChg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414416959" sldId="2147483735"/>
          </pc:sldLayoutMkLst>
        </pc:sldLayoutChg>
        <pc:sldLayoutChg chg="setBg">
          <pc:chgData name="Joey Haynes" userId="e3c153451787e3d0" providerId="LiveId" clId="{6A0FA96B-5D75-4524-8381-DB713BCC9D92}" dt="2026-04-18T15:35:59.972" v="2699"/>
          <pc:sldLayoutMkLst>
            <pc:docMk/>
            <pc:sldMasterMk cId="1691790546" sldId="2147483737"/>
            <pc:sldLayoutMk cId="3466707428" sldId="214748373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549D6DC-E1CB-4874-BF52-C3407230D20E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9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A91A59F-D956-4598-A3C1-AE72A5387751}" type="datetime1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09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01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9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4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53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88B429B-EE2A-486A-BDB9-0C848B4FAFDD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8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83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8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E307718-69F7-427E-95A3-C1246AF46913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0517C94-3B1E-4991-BED3-41F8B0158A00}" type="datetime1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52653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C35B5F-59FB-4E4A-A4E6-85CC504D7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illustration of flying paper planes">
            <a:extLst>
              <a:ext uri="{FF2B5EF4-FFF2-40B4-BE49-F238E27FC236}">
                <a16:creationId xmlns:a16="http://schemas.microsoft.com/office/drawing/2014/main" id="{D242E403-4396-FA09-EE7A-097E2E93C5B4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66203B4-6411-4E9D-AAC1-D798EF731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0D9114-A47D-47E3-9417-1858C7C68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6705EF-CBA4-4963-9FCA-08B278014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6AD155-1839-8024-F1EC-00ADCD9AF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2142067"/>
            <a:ext cx="3412067" cy="297180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Agile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7D99B-1D44-B129-5B77-D2638A56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" y="5145513"/>
            <a:ext cx="3412067" cy="7388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50000"/>
                    <a:lumOff val="50000"/>
                  </a:schemeClr>
                </a:solidFill>
              </a:rPr>
              <a:t>Joey Haynes</a:t>
            </a:r>
          </a:p>
          <a:p>
            <a:r>
              <a:rPr lang="en-US">
                <a:solidFill>
                  <a:schemeClr val="accent1">
                    <a:lumMod val="50000"/>
                    <a:lumOff val="50000"/>
                  </a:schemeClr>
                </a:solidFill>
              </a:rPr>
              <a:t>CS-250 7-1 Final Project</a:t>
            </a:r>
          </a:p>
        </p:txBody>
      </p:sp>
    </p:spTree>
    <p:extLst>
      <p:ext uri="{BB962C8B-B14F-4D97-AF65-F5344CB8AC3E}">
        <p14:creationId xmlns:p14="http://schemas.microsoft.com/office/powerpoint/2010/main" val="422705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D77E-913E-5E32-9529-E32C0B53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5982A-111E-05EE-C338-8A38DA831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This presentation will give an overview of: </a:t>
            </a:r>
          </a:p>
          <a:p>
            <a:pPr lvl="1"/>
            <a:r>
              <a:rPr lang="en-US" sz="1800" dirty="0"/>
              <a:t>The Scrum-Agile approach, </a:t>
            </a:r>
          </a:p>
          <a:p>
            <a:pPr lvl="1"/>
            <a:r>
              <a:rPr lang="en-US" sz="1800" dirty="0"/>
              <a:t>Important facts</a:t>
            </a:r>
          </a:p>
          <a:p>
            <a:pPr lvl="1"/>
            <a:r>
              <a:rPr lang="en-US" sz="1800" dirty="0"/>
              <a:t>Explain the differences in processes between waterfall and agile development approaches</a:t>
            </a:r>
          </a:p>
        </p:txBody>
      </p:sp>
    </p:spTree>
    <p:extLst>
      <p:ext uri="{BB962C8B-B14F-4D97-AF65-F5344CB8AC3E}">
        <p14:creationId xmlns:p14="http://schemas.microsoft.com/office/powerpoint/2010/main" val="158709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95FB-1CFA-06AA-B696-6BD94479C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Scrum-Agile Team Roles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23E2F-EB21-5F1C-B50E-C407907EFE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Scrum Master</a:t>
            </a:r>
          </a:p>
          <a:p>
            <a:r>
              <a:rPr lang="en-US" dirty="0"/>
              <a:t>Makes sure Scrum is understood and enacted </a:t>
            </a:r>
          </a:p>
          <a:p>
            <a:r>
              <a:rPr lang="en-US" dirty="0"/>
              <a:t>Ensures that the Scrum team follows Scrum Theory, rules and practices</a:t>
            </a:r>
          </a:p>
          <a:p>
            <a:r>
              <a:rPr lang="en-US" dirty="0"/>
              <a:t>Promotes an effective Product Backlog management</a:t>
            </a:r>
          </a:p>
          <a:p>
            <a:r>
              <a:rPr lang="en-US" dirty="0"/>
              <a:t>Helps the development team create high-value products</a:t>
            </a:r>
          </a:p>
          <a:p>
            <a:r>
              <a:rPr lang="en-US" dirty="0"/>
              <a:t>Removes any obstacles that may hinder progress</a:t>
            </a:r>
          </a:p>
          <a:p>
            <a:r>
              <a:rPr lang="en-US" dirty="0"/>
              <a:t>Holds Scrum events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5CA53E-D411-EACC-7C49-69FA0C81B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5" y="1832057"/>
            <a:ext cx="5422392" cy="3633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Product Owner</a:t>
            </a:r>
          </a:p>
          <a:p>
            <a:r>
              <a:rPr lang="en-US" dirty="0"/>
              <a:t>Maximizes the value of the product and the work of the Development team</a:t>
            </a:r>
          </a:p>
          <a:p>
            <a:r>
              <a:rPr lang="en-US" dirty="0"/>
              <a:t>Responsible for managing the Product Backlog</a:t>
            </a:r>
          </a:p>
          <a:p>
            <a:r>
              <a:rPr lang="en-US" dirty="0"/>
              <a:t>Represents the business sponsor</a:t>
            </a:r>
          </a:p>
          <a:p>
            <a:r>
              <a:rPr lang="en-US" dirty="0"/>
              <a:t>Provides direction to the team and prioritizes the work to be completed</a:t>
            </a:r>
          </a:p>
        </p:txBody>
      </p:sp>
    </p:spTree>
    <p:extLst>
      <p:ext uri="{BB962C8B-B14F-4D97-AF65-F5344CB8AC3E}">
        <p14:creationId xmlns:p14="http://schemas.microsoft.com/office/powerpoint/2010/main" val="2379543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EA28-1EB8-4150-173B-68716ACB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2948-A50A-7DB5-79C5-21DA02EB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Scrum-Agile Team Roles cont.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BFC41-290B-7053-0378-1577FC3D5D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Tester</a:t>
            </a:r>
          </a:p>
          <a:p>
            <a:r>
              <a:rPr lang="en-US" dirty="0"/>
              <a:t>Defines acceptance criteria and acceptance tests</a:t>
            </a:r>
          </a:p>
          <a:p>
            <a:r>
              <a:rPr lang="en-US" dirty="0"/>
              <a:t>Clarifies any problems found in the code and user stories</a:t>
            </a:r>
          </a:p>
          <a:p>
            <a:r>
              <a:rPr lang="en-US" dirty="0"/>
              <a:t>Executes tests and analyzes results</a:t>
            </a:r>
          </a:p>
          <a:p>
            <a:r>
              <a:rPr lang="en-US" dirty="0"/>
              <a:t>Collaborate with the team to fix any issues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6CD4F9-78FE-8D95-584D-48A139AC83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Developer</a:t>
            </a:r>
          </a:p>
          <a:p>
            <a:r>
              <a:rPr lang="en-US" dirty="0"/>
              <a:t>Develops code according to solid software engineering practices</a:t>
            </a:r>
          </a:p>
          <a:p>
            <a:r>
              <a:rPr lang="en-US" dirty="0"/>
              <a:t>Involved in peer reviews</a:t>
            </a:r>
          </a:p>
          <a:p>
            <a:r>
              <a:rPr lang="en-US" dirty="0"/>
              <a:t>Collaborate with the team to create enough design so there’s time to iterate</a:t>
            </a:r>
          </a:p>
        </p:txBody>
      </p:sp>
    </p:spTree>
    <p:extLst>
      <p:ext uri="{BB962C8B-B14F-4D97-AF65-F5344CB8AC3E}">
        <p14:creationId xmlns:p14="http://schemas.microsoft.com/office/powerpoint/2010/main" val="365277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99A4-072A-4434-14EB-643D13BF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SDLC in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FEE5F-6368-058F-52F5-22F8686686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SDLC Phases:</a:t>
            </a:r>
          </a:p>
          <a:p>
            <a:r>
              <a:rPr lang="en-US" dirty="0"/>
              <a:t>Planning</a:t>
            </a:r>
          </a:p>
          <a:p>
            <a:r>
              <a:rPr lang="en-US" dirty="0"/>
              <a:t>Requirements</a:t>
            </a:r>
          </a:p>
          <a:p>
            <a:r>
              <a:rPr lang="en-US" dirty="0"/>
              <a:t>Design</a:t>
            </a:r>
          </a:p>
          <a:p>
            <a:r>
              <a:rPr lang="en-US" dirty="0"/>
              <a:t>Development</a:t>
            </a:r>
          </a:p>
          <a:p>
            <a:r>
              <a:rPr lang="en-US" dirty="0"/>
              <a:t>Deployment</a:t>
            </a:r>
          </a:p>
          <a:p>
            <a:r>
              <a:rPr lang="en-US" dirty="0"/>
              <a:t>Maintenance</a:t>
            </a:r>
          </a:p>
          <a:p>
            <a:r>
              <a:rPr lang="en-US" dirty="0"/>
              <a:t>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4B177-BBAA-9712-16B7-818409A7D3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Scrum-Agile Methodology</a:t>
            </a:r>
          </a:p>
          <a:p>
            <a:r>
              <a:rPr lang="en-US" dirty="0"/>
              <a:t>Adaptable and continuous improvement method that has focus on short iterations</a:t>
            </a:r>
          </a:p>
          <a:p>
            <a:r>
              <a:rPr lang="en-US" dirty="0"/>
              <a:t>Empirical process with frequent adaptations and inspections</a:t>
            </a:r>
          </a:p>
          <a:p>
            <a:r>
              <a:rPr lang="en-US" dirty="0"/>
              <a:t>Trial and Error approach</a:t>
            </a:r>
          </a:p>
          <a:p>
            <a:r>
              <a:rPr lang="en-US" dirty="0"/>
              <a:t>Information is acquired by means of experimentation and observation</a:t>
            </a:r>
          </a:p>
          <a:p>
            <a:r>
              <a:rPr lang="en-US" dirty="0"/>
              <a:t>The phases of the SLDC are cyclical rather than a straight, sequential process</a:t>
            </a:r>
          </a:p>
        </p:txBody>
      </p:sp>
    </p:spTree>
    <p:extLst>
      <p:ext uri="{BB962C8B-B14F-4D97-AF65-F5344CB8AC3E}">
        <p14:creationId xmlns:p14="http://schemas.microsoft.com/office/powerpoint/2010/main" val="187079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6F43-BB8B-F1CF-2073-C36C04A61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A261-22FE-797B-8283-9D1A2B4A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SDLC in Agile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EECD8-D845-EA4E-1288-358862E55A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Requirements:</a:t>
            </a:r>
          </a:p>
          <a:p>
            <a:r>
              <a:rPr lang="en-US" dirty="0"/>
              <a:t>Defined as project progress</a:t>
            </a:r>
          </a:p>
          <a:p>
            <a:r>
              <a:rPr lang="en-US" dirty="0"/>
              <a:t>Product Backlog: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Prioritized list of work to be done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 the form of user stories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Constantly being updated and managed by the Product Owner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EE17C-0B13-3594-4A9B-AC24958CD3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Planning</a:t>
            </a:r>
          </a:p>
          <a:p>
            <a:r>
              <a:rPr lang="en-US" dirty="0"/>
              <a:t>Sprint Planning: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Meeting that takes place prior to the beginning of every sprint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Product Owner and team discuss what user stories will be used in the sprint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Team defies the tasks that will be needed to implement the user stories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Tasks will be separated among team </a:t>
            </a:r>
            <a:r>
              <a:rPr lang="en-US" dirty="0" err="1"/>
              <a:t>memebers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24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D6C9CE-5C89-A252-282D-ED7F2A21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SDLC in Agile cont.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97772-58BD-25AE-05F3-245DA87D9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Design, Development, Testing and Deployment:</a:t>
            </a:r>
          </a:p>
          <a:p>
            <a:r>
              <a:rPr lang="en-US" dirty="0"/>
              <a:t>These stages are done simultaneously within each sprint</a:t>
            </a:r>
          </a:p>
          <a:p>
            <a:r>
              <a:rPr lang="en-US" dirty="0"/>
              <a:t>Sprints typically last 1-4 weeks ending with a Sprint Review</a:t>
            </a:r>
          </a:p>
          <a:p>
            <a:r>
              <a:rPr lang="en-US" dirty="0"/>
              <a:t>Daily Scrums help monitor progress and identify any obstacles that may be slowing the progress</a:t>
            </a:r>
          </a:p>
          <a:p>
            <a:r>
              <a:rPr lang="en-US" dirty="0"/>
              <a:t>The team presents finished work at the end of each sprint during the Sprint Review</a:t>
            </a:r>
          </a:p>
          <a:p>
            <a:r>
              <a:rPr lang="en-US" dirty="0"/>
              <a:t>The team discuss what is working well, what is not, and identifies areas of improving that will take place in the next sprint</a:t>
            </a:r>
          </a:p>
        </p:txBody>
      </p:sp>
    </p:spTree>
    <p:extLst>
      <p:ext uri="{BB962C8B-B14F-4D97-AF65-F5344CB8AC3E}">
        <p14:creationId xmlns:p14="http://schemas.microsoft.com/office/powerpoint/2010/main" val="3148021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584B-02D1-8500-1080-3D552BB32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SDLC in Agile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4211-DF25-1C86-BE56-63F5D1CA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Final Development and Maintenance</a:t>
            </a:r>
          </a:p>
          <a:p>
            <a:r>
              <a:rPr lang="en-US" dirty="0"/>
              <a:t>Final Sprint Review will be held every day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This helps the team gain velocity and provide a better product for the customers</a:t>
            </a:r>
          </a:p>
          <a:p>
            <a:r>
              <a:rPr lang="en-US" dirty="0"/>
              <a:t>Once the product is released and end users can use it, the product is considered deployed and maintenance mode starts</a:t>
            </a:r>
          </a:p>
          <a:p>
            <a:r>
              <a:rPr lang="en-US" dirty="0"/>
              <a:t>During the maintenance mode, the product will be updated for the customer as issues are brought to light and additional improvements are requested</a:t>
            </a:r>
          </a:p>
        </p:txBody>
      </p:sp>
    </p:spTree>
    <p:extLst>
      <p:ext uri="{BB962C8B-B14F-4D97-AF65-F5344CB8AC3E}">
        <p14:creationId xmlns:p14="http://schemas.microsoft.com/office/powerpoint/2010/main" val="201608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F8913-0520-E422-9C16-F4FF463AB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A363C-FEA3-0273-3C60-84E15622B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408"/>
            <a:ext cx="10515600" cy="1419031"/>
          </a:xfrm>
        </p:spPr>
        <p:txBody>
          <a:bodyPr/>
          <a:lstStyle/>
          <a:p>
            <a:r>
              <a:rPr lang="en-US" dirty="0"/>
              <a:t>Traditional development model with distinct goals for each phase of development</a:t>
            </a:r>
          </a:p>
          <a:p>
            <a:r>
              <a:rPr lang="en-US" dirty="0"/>
              <a:t>Linear, sequential and plan-driven</a:t>
            </a:r>
          </a:p>
          <a:p>
            <a:r>
              <a:rPr lang="en-US" dirty="0"/>
              <a:t>Requires detailed documentation prior to starting developments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16D6F-7872-7B6C-7621-D12409C27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104" y="3608439"/>
            <a:ext cx="6330461" cy="284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7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B3AE-D4AE-BEAB-ED56-7EAA918C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Development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D3419-A394-7A3B-430D-A3A1080CD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 for the SNHU Travel Booking System would differ under a waterfall development approach</a:t>
            </a:r>
          </a:p>
          <a:p>
            <a:r>
              <a:rPr lang="en-US" dirty="0"/>
              <a:t>The requirements would have been defined in the beginning in a detailed document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This would make changes difficult as the project progressed</a:t>
            </a:r>
          </a:p>
          <a:p>
            <a:r>
              <a:rPr lang="en-US" dirty="0"/>
              <a:t>Development would be completed prior to testing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issues after development would make it harder to go back and fix something and it would also cost more time, money and resources</a:t>
            </a:r>
          </a:p>
          <a:p>
            <a:r>
              <a:rPr lang="en-US" dirty="0"/>
              <a:t>By using an agile approach, the SNHU Travel Project would be able to change the focus on the booking site while still in the development process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Since the requirements were not completely defined in the beginning and development was being done in iterations, the team was able to adjust the needs of the clients easily</a:t>
            </a:r>
          </a:p>
        </p:txBody>
      </p:sp>
    </p:spTree>
    <p:extLst>
      <p:ext uri="{BB962C8B-B14F-4D97-AF65-F5344CB8AC3E}">
        <p14:creationId xmlns:p14="http://schemas.microsoft.com/office/powerpoint/2010/main" val="137461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410C-DCBF-0623-EBD8-6A79931B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vs. Waterfall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2B302-C537-FA3D-D920-2F2E00915C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Agile</a:t>
            </a:r>
          </a:p>
          <a:p>
            <a:r>
              <a:rPr lang="en-US" dirty="0"/>
              <a:t>The requirements are defined as more information is known as the project progresses, making the final vision hard to plan in the beginning</a:t>
            </a:r>
          </a:p>
          <a:p>
            <a:r>
              <a:rPr lang="en-US" dirty="0"/>
              <a:t>The project would be unfamiliar and difficult to plan for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You would need to be collaborative with the client to develop a high-value product</a:t>
            </a:r>
          </a:p>
          <a:p>
            <a:r>
              <a:rPr lang="en-US" dirty="0"/>
              <a:t>Agile has a flexible scope and is harder to estimate the time finished, but are easily adjustable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F76C20-00B4-5EE1-7870-9C4D114BB0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Waterfall</a:t>
            </a:r>
          </a:p>
          <a:p>
            <a:r>
              <a:rPr lang="en-US" dirty="0"/>
              <a:t>The requirements would be easily defined in the beginning and would have a clear understanding of the final vision, but this would make adaptations not expected</a:t>
            </a:r>
          </a:p>
          <a:p>
            <a:r>
              <a:rPr lang="en-US" dirty="0"/>
              <a:t>The project is familiar and client involvement would not be as necessary</a:t>
            </a:r>
          </a:p>
          <a:p>
            <a:r>
              <a:rPr lang="en-US" dirty="0"/>
              <a:t>Waterfall has a fixed scope and is easier to estimate the time finished, making it easier to plan for deadlines</a:t>
            </a:r>
          </a:p>
        </p:txBody>
      </p:sp>
    </p:spTree>
    <p:extLst>
      <p:ext uri="{BB962C8B-B14F-4D97-AF65-F5344CB8AC3E}">
        <p14:creationId xmlns:p14="http://schemas.microsoft.com/office/powerpoint/2010/main" val="2243704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02E3-511C-5029-DBE9-7753951A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10DD6-527F-E213-F679-860C24320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By using a Scrum-agile approach when developing the SNHU Travel project, it will be able to produce a higher quality product that focuses on the customer</a:t>
            </a:r>
          </a:p>
          <a:p>
            <a:r>
              <a:rPr lang="en-US"/>
              <a:t>Although it will be a tough transition shifting all ChadaTech’s dev. Teams to a Scrum-agile approach, but will enhance the product and build a more cohesive culture</a:t>
            </a:r>
            <a:endParaRPr lang="en-US" dirty="0"/>
          </a:p>
        </p:txBody>
      </p:sp>
      <p:pic>
        <p:nvPicPr>
          <p:cNvPr id="1026" name="Picture 2" descr="What is Scrum? | The Agile Journey: A Scrum overview">
            <a:extLst>
              <a:ext uri="{FF2B5EF4-FFF2-40B4-BE49-F238E27FC236}">
                <a16:creationId xmlns:a16="http://schemas.microsoft.com/office/drawing/2014/main" id="{92CEB74A-7E35-40E6-B1E4-3917FC7F3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5260" y="2168087"/>
            <a:ext cx="4824168" cy="252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835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C629-BAF7-A0AC-D035-9A873445D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582F-A1DB-964F-6579-DE36B2505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Schwaber, K. &amp; Sutherland, J. (2020). </a:t>
            </a:r>
            <a:r>
              <a:rPr lang="en-US" i="1" dirty="0"/>
              <a:t>The Scrum Guide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Agile Alliance. (2021). </a:t>
            </a:r>
            <a:r>
              <a:rPr lang="en-US" i="1" dirty="0"/>
              <a:t>Agile project management principles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Charles G. Cobb. (2015). </a:t>
            </a:r>
            <a:r>
              <a:rPr lang="en-US" i="1" dirty="0"/>
              <a:t>The Project Manager’s Guide to Mastering Agile : Principles and Practices for an Adaptive Approach</a:t>
            </a:r>
            <a:r>
              <a:rPr lang="en-US" dirty="0"/>
              <a:t>. Wiley.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96767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2767</TotalTime>
  <Words>891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Courier New</vt:lpstr>
      <vt:lpstr>Gill Sans MT</vt:lpstr>
      <vt:lpstr>Wingdings 2</vt:lpstr>
      <vt:lpstr>Dividend</vt:lpstr>
      <vt:lpstr>Agile Approach</vt:lpstr>
      <vt:lpstr>Introduction</vt:lpstr>
      <vt:lpstr>Scrum-Agile Team Roles</vt:lpstr>
      <vt:lpstr>Scrum-Agile Team Roles cont.</vt:lpstr>
      <vt:lpstr>Phases of SDLC in Agile</vt:lpstr>
      <vt:lpstr>Phases of SDLC in Agile cont.</vt:lpstr>
      <vt:lpstr>Phases of SDLC in Agile cont.</vt:lpstr>
      <vt:lpstr>Phases of SDLC in Agile cont.</vt:lpstr>
      <vt:lpstr>Waterfall Development</vt:lpstr>
      <vt:lpstr>Waterfall Development cont.</vt:lpstr>
      <vt:lpstr>Agile vs. Waterfall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 Haynes</dc:creator>
  <cp:lastModifiedBy>Joey Haynes</cp:lastModifiedBy>
  <cp:revision>2</cp:revision>
  <dcterms:created xsi:type="dcterms:W3CDTF">2026-04-16T17:37:00Z</dcterms:created>
  <dcterms:modified xsi:type="dcterms:W3CDTF">2026-04-18T21:49:57Z</dcterms:modified>
</cp:coreProperties>
</file>